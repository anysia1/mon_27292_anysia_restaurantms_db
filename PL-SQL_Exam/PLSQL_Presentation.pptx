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PL/SQL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Small Restaurant Order Management System</a:t>
            </a:r>
          </a:p>
          <a:p>
            <a:r>
              <a:rPr lang="en-US" dirty="0"/>
              <a:t>Irakoze Kamanzi Anysia</a:t>
            </a:r>
            <a:r>
              <a:rPr dirty="0"/>
              <a:t> • Student ID: </a:t>
            </a:r>
            <a:r>
              <a:rPr lang="en-US" dirty="0"/>
              <a:t>27292</a:t>
            </a:r>
            <a:endParaRPr dirty="0"/>
          </a:p>
          <a:p>
            <a:r>
              <a:rPr dirty="0"/>
              <a:t>INSY 8311 – 202</a:t>
            </a:r>
            <a:r>
              <a:rPr lang="en-US" dirty="0"/>
              <a:t>5</a:t>
            </a:r>
            <a:r>
              <a:rPr dirty="0"/>
              <a:t>/202</a:t>
            </a:r>
            <a:r>
              <a:rPr lang="en-US" dirty="0"/>
              <a:t>6</a:t>
            </a:r>
            <a:endParaRPr dirty="0"/>
          </a:p>
          <a:p>
            <a:r>
              <a:rPr dirty="0"/>
              <a:t>Lecturer: Eric </a:t>
            </a:r>
            <a:r>
              <a:rPr dirty="0" err="1"/>
              <a:t>Maniraguha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problem: manual restaurant order tracking.</a:t>
            </a:r>
          </a:p>
          <a:p>
            <a:r>
              <a:t>Goal: Design a PL/SQL-based system with logic, triggers, and audit features.</a:t>
            </a:r>
          </a:p>
          <a:p>
            <a:r>
              <a:t>Target users: managers, waiters, kitchen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Problems: manual errors, stockouts, slow billing.</a:t>
            </a:r>
          </a:p>
          <a:p>
            <a:r>
              <a:t>Objectives: automate orders, track inventory, alert low stock.</a:t>
            </a:r>
          </a:p>
          <a:p>
            <a:r>
              <a:t>Enhance accuracy and accountability with PL/SQL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Entities and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Entities: Customers, Employees, Menu, Orders, Order_Items, Inventory, Holidays, Audit_Log.</a:t>
            </a:r>
          </a:p>
          <a:p>
            <a:r>
              <a:t>Relationships:</a:t>
            </a:r>
          </a:p>
          <a:p>
            <a:r>
              <a:t>- 1:N: Customers → Orders, Employees → Orders</a:t>
            </a:r>
          </a:p>
          <a:p>
            <a:r>
              <a:t>- M:N: Orders ↔ Menu (via Order_Items)</a:t>
            </a:r>
          </a:p>
          <a:p>
            <a:r>
              <a:t>- 1:1: Menu ↔ Inventory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Logic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Procedures: add_order_item</a:t>
            </a:r>
          </a:p>
          <a:p>
            <a:r>
              <a:t>• Functions: get_stock_level</a:t>
            </a:r>
          </a:p>
          <a:p>
            <a:r>
              <a:t>• Packages: inventory_pkg</a:t>
            </a:r>
          </a:p>
          <a:p>
            <a:r>
              <a:t>• Views: order_details</a:t>
            </a:r>
          </a:p>
          <a:p>
            <a:r>
              <a:t>• Triggers: stock alert, DML blocker, auditing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 levels updated after each order.</a:t>
            </a:r>
          </a:p>
          <a:p>
            <a:r>
              <a:t>• Alerts shown when stock falls below reorder level.</a:t>
            </a:r>
          </a:p>
          <a:p>
            <a:r>
              <a:t>• get_stock_level function used inside procedure.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Integrity &amp; Foreign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Referential integrity enforced with constraints.</a:t>
            </a:r>
          </a:p>
          <a:p>
            <a:r>
              <a:t>• Foreign keys ensure data relationships are valid.</a:t>
            </a:r>
          </a:p>
          <a:p>
            <a:r>
              <a:t>• Validated with join queries (Phase 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Auditing &amp; Restrictions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Triggers prevent DML on weekdays/holidays.</a:t>
            </a:r>
          </a:p>
          <a:p>
            <a:r>
              <a:t>• Audit log tracks who did what and when.</a:t>
            </a:r>
          </a:p>
          <a:p>
            <a:r>
              <a:t>• All changes recorded with user, time, table,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Window functions show total items sold per product.</a:t>
            </a:r>
          </a:p>
          <a:p>
            <a:r>
              <a:t>• Views summarize order data.</a:t>
            </a:r>
          </a:p>
          <a:p>
            <a:r>
              <a:t>• Helps management plan inventory and restocking.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operational efficiency.</a:t>
            </a:r>
          </a:p>
          <a:p>
            <a:r>
              <a:t>• Ensures data consistency and control.</a:t>
            </a:r>
          </a:p>
          <a:p>
            <a:r>
              <a:t>• Real-time alerts and logs enhance decision-making.</a:t>
            </a:r>
          </a:p>
          <a:p>
            <a:r>
              <a:t>• Full PL/SQL solution for real-world restaurant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361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PL/SQL Capstone Project</vt:lpstr>
      <vt:lpstr>Project Overview</vt:lpstr>
      <vt:lpstr>Problem &amp; Objectives</vt:lpstr>
      <vt:lpstr>Key Entities and Relationships</vt:lpstr>
      <vt:lpstr>PL/SQL Logic Implemented</vt:lpstr>
      <vt:lpstr>Inventory Automation</vt:lpstr>
      <vt:lpstr>Data Integrity &amp; Foreign Keys</vt:lpstr>
      <vt:lpstr>Auditing &amp; Restrictions</vt:lpstr>
      <vt:lpstr>Analytics &amp; Reports</vt:lpstr>
      <vt:lpstr>Conclusion &amp; 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Kamanzi Anysia</cp:lastModifiedBy>
  <cp:revision>2</cp:revision>
  <dcterms:created xsi:type="dcterms:W3CDTF">2013-01-27T09:14:16Z</dcterms:created>
  <dcterms:modified xsi:type="dcterms:W3CDTF">2025-12-09T13:17:41Z</dcterms:modified>
  <cp:category/>
</cp:coreProperties>
</file>